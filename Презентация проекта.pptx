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78" y="-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3B6AD-68A5-4767-897C-21C9D9D6F246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B3D6A-83E8-4CC5-8E33-630DBB724A6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9592" y="116632"/>
            <a:ext cx="7772400" cy="1470025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Проект «Семена Сада»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35896" y="5445224"/>
            <a:ext cx="6184776" cy="1152128"/>
          </a:xfrm>
        </p:spPr>
        <p:txBody>
          <a:bodyPr/>
          <a:lstStyle/>
          <a:p>
            <a:r>
              <a:rPr lang="ru-RU" dirty="0" smtClean="0"/>
              <a:t>Выполнил Макаров Эмиль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87624" y="2348880"/>
            <a:ext cx="71663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Интернет-магазин по продаже семян растений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Разработан на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с использованием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фреймворка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Flask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Технологии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Python 3.8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Flask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SQLAlchemy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(ORM)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Bootstrap 4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Jinja2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Роли пользователей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Клиент: регистрация, каталог, корзина, заказы, личный кабинет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Администратор: управление товарами, просмотр заказов, отчёты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Гость: просмотр каталога (без возможности покупки)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Система скидок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Скидка рассчитывается автоматически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оформлении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заказа в зависимости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количества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предыдущих заказов: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0 заказов → скидка 0%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1–2 заказа → скидка 3%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3–9 заказов → скидка 5%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10+ заказов → скидка 10%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Структура базы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Таблицы базы данных: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users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пользователи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categories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категории товаров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products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товары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orders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заказы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order_items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состав заказа (связь заказа с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товарами)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Таблицы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связаны между собой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внешними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ключами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Каталог товаров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Товары отображаются в виде карточек (4 в ряд)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Фильтрация по категориям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Поиск по названию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Каждая карточка содержит: фото, название, цену, наличие, сложность выращивания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Доступны сортировка по цене и популярности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Корзина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Корзина хранится в сессии пользователя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Изменение количества товаров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Удаление позиций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Отображение итоговой суммы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Оформление заказа доступно после авторизации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Личный кабинет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Профиль пользователя (ФИО,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возраст, дата регистрации)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Статистика: количество заказов, потраченная сумма, текущая скидка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История заказов с возможностью просмотра деталей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Админ-панель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Возможности администратора: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Добавление, редактирование и удаление товаров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Загрузка фотографий товаров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Просмотр всех заказов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Формирование отчётов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Отчёты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Три типа отчётов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 заказам: выручка, количество заказов, средний чек, список заказов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 товарам: топ товаров по выручке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 клиентам: активность покупателей (количество заказов и потраченная сумма)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API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Собственное REST API для работы с товарами (получение списка, получение одного товара, удаление)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548680"/>
            <a:ext cx="8507288" cy="557748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ходе работы разработан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полностью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функционирующий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интернет-магазин.</a:t>
            </a:r>
          </a:p>
          <a:p>
            <a:pPr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Реализовано: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Регистрация и авторизация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Каталог с фильтрацией, поиском и сортировкой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Корзина и оформление заказов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Система скидок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Личный кабинет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Админ-панель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с управлением товарами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Отчёты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Собственное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310</Words>
  <Application>Microsoft Office PowerPoint</Application>
  <PresentationFormat>Экран (4:3)</PresentationFormat>
  <Paragraphs>69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Проект «Семена Сада»</vt:lpstr>
      <vt:lpstr>Технологии</vt:lpstr>
      <vt:lpstr>Роли пользователей</vt:lpstr>
      <vt:lpstr>Система скидок</vt:lpstr>
      <vt:lpstr>Структура базы данных</vt:lpstr>
      <vt:lpstr>Каталог товаров</vt:lpstr>
      <vt:lpstr>Корзина</vt:lpstr>
      <vt:lpstr>Личный кабинет</vt:lpstr>
      <vt:lpstr>Админ-панель</vt:lpstr>
      <vt:lpstr>Отчёты</vt:lpstr>
      <vt:lpstr>API</vt:lpstr>
      <vt:lpstr>Слайд 12</vt:lpstr>
    </vt:vector>
  </TitlesOfParts>
  <Company>Ya Blondinko Edition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«Семена Сада»</dc:title>
  <dc:creator>Windows</dc:creator>
  <cp:lastModifiedBy>Windows</cp:lastModifiedBy>
  <cp:revision>1</cp:revision>
  <dcterms:created xsi:type="dcterms:W3CDTF">2026-04-30T18:57:16Z</dcterms:created>
  <dcterms:modified xsi:type="dcterms:W3CDTF">2026-04-30T19:07:26Z</dcterms:modified>
</cp:coreProperties>
</file>